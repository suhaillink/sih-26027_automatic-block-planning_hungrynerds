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7" r:id="rId2"/>
    <p:sldId id="291" r:id="rId3"/>
    <p:sldId id="290" r:id="rId4"/>
    <p:sldId id="281" r:id="rId5"/>
    <p:sldId id="293" r:id="rId6"/>
    <p:sldId id="294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A816BB-B3BC-45A2-AEF9-EED2551F053C}" v="1" dt="2026-09-07T09:06:26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48" autoAdjust="0"/>
  </p:normalViewPr>
  <p:slideViewPr>
    <p:cSldViewPr snapToGrid="0" snapToObjects="1">
      <p:cViewPr varScale="1">
        <p:scale>
          <a:sx n="48" d="100"/>
          <a:sy n="48" d="100"/>
        </p:scale>
        <p:origin x="53" y="70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anna Kumar H" userId="1f420c7fa1399da0" providerId="LiveId" clId="{7E499275-EFE5-4DA8-B323-FF886F994EA3}"/>
    <pc:docChg chg="custSel modSld">
      <pc:chgData name="Prasanna Kumar H" userId="1f420c7fa1399da0" providerId="LiveId" clId="{7E499275-EFE5-4DA8-B323-FF886F994EA3}" dt="2026-09-07T09:07:01.193" v="51" actId="1076"/>
      <pc:docMkLst>
        <pc:docMk/>
      </pc:docMkLst>
      <pc:sldChg chg="addSp delSp modSp mod">
        <pc:chgData name="Prasanna Kumar H" userId="1f420c7fa1399da0" providerId="LiveId" clId="{7E499275-EFE5-4DA8-B323-FF886F994EA3}" dt="2026-09-07T09:06:54.890" v="49" actId="14100"/>
        <pc:sldMkLst>
          <pc:docMk/>
          <pc:sldMk cId="0" sldId="281"/>
        </pc:sldMkLst>
        <pc:picChg chg="add mod">
          <ac:chgData name="Prasanna Kumar H" userId="1f420c7fa1399da0" providerId="LiveId" clId="{7E499275-EFE5-4DA8-B323-FF886F994EA3}" dt="2026-09-07T09:01:01.855" v="11" actId="14100"/>
          <ac:picMkLst>
            <pc:docMk/>
            <pc:sldMk cId="0" sldId="281"/>
            <ac:picMk id="3" creationId="{64210FD3-C130-3240-2963-234A00F6CADA}"/>
          </ac:picMkLst>
        </pc:picChg>
        <pc:picChg chg="add mod">
          <ac:chgData name="Prasanna Kumar H" userId="1f420c7fa1399da0" providerId="LiveId" clId="{7E499275-EFE5-4DA8-B323-FF886F994EA3}" dt="2026-09-07T09:06:54.890" v="49" actId="14100"/>
          <ac:picMkLst>
            <pc:docMk/>
            <pc:sldMk cId="0" sldId="281"/>
            <ac:picMk id="5" creationId="{E4772F8D-C0EF-7347-F8E8-2203E1420AAD}"/>
          </ac:picMkLst>
        </pc:picChg>
        <pc:picChg chg="del mod">
          <ac:chgData name="Prasanna Kumar H" userId="1f420c7fa1399da0" providerId="LiveId" clId="{7E499275-EFE5-4DA8-B323-FF886F994EA3}" dt="2026-09-07T09:00:48.646" v="8" actId="478"/>
          <ac:picMkLst>
            <pc:docMk/>
            <pc:sldMk cId="0" sldId="281"/>
            <ac:picMk id="6" creationId="{4F6BD9A4-5761-A703-2040-559E8E34CF3A}"/>
          </ac:picMkLst>
        </pc:picChg>
        <pc:picChg chg="del">
          <ac:chgData name="Prasanna Kumar H" userId="1f420c7fa1399da0" providerId="LiveId" clId="{7E499275-EFE5-4DA8-B323-FF886F994EA3}" dt="2026-09-07T09:00:38.731" v="3" actId="478"/>
          <ac:picMkLst>
            <pc:docMk/>
            <pc:sldMk cId="0" sldId="281"/>
            <ac:picMk id="12" creationId="{8EC64F83-2AEA-C272-B6C0-C763F261EEB5}"/>
          </ac:picMkLst>
        </pc:picChg>
      </pc:sldChg>
      <pc:sldChg chg="modSp mod">
        <pc:chgData name="Prasanna Kumar H" userId="1f420c7fa1399da0" providerId="LiveId" clId="{7E499275-EFE5-4DA8-B323-FF886F994EA3}" dt="2026-09-07T09:04:38.212" v="30" actId="14100"/>
        <pc:sldMkLst>
          <pc:docMk/>
          <pc:sldMk cId="0" sldId="290"/>
        </pc:sldMkLst>
        <pc:picChg chg="mod">
          <ac:chgData name="Prasanna Kumar H" userId="1f420c7fa1399da0" providerId="LiveId" clId="{7E499275-EFE5-4DA8-B323-FF886F994EA3}" dt="2026-09-07T09:04:38.212" v="30" actId="14100"/>
          <ac:picMkLst>
            <pc:docMk/>
            <pc:sldMk cId="0" sldId="290"/>
            <ac:picMk id="4" creationId="{65E88D7A-E4A8-4E96-5F7D-B2E59BE86FBD}"/>
          </ac:picMkLst>
        </pc:picChg>
      </pc:sldChg>
      <pc:sldChg chg="addSp delSp modSp mod">
        <pc:chgData name="Prasanna Kumar H" userId="1f420c7fa1399da0" providerId="LiveId" clId="{7E499275-EFE5-4DA8-B323-FF886F994EA3}" dt="2026-09-07T09:07:01.193" v="51" actId="1076"/>
        <pc:sldMkLst>
          <pc:docMk/>
          <pc:sldMk cId="3753387913" sldId="293"/>
        </pc:sldMkLst>
        <pc:spChg chg="add del mod">
          <ac:chgData name="Prasanna Kumar H" userId="1f420c7fa1399da0" providerId="LiveId" clId="{7E499275-EFE5-4DA8-B323-FF886F994EA3}" dt="2026-09-07T09:06:58.347" v="50" actId="478"/>
          <ac:spMkLst>
            <pc:docMk/>
            <pc:sldMk cId="3753387913" sldId="293"/>
            <ac:spMk id="2" creationId="{7441AC10-D2C8-43C1-2409-A2ADD4891E2A}"/>
          </ac:spMkLst>
        </pc:spChg>
        <pc:picChg chg="add mod">
          <ac:chgData name="Prasanna Kumar H" userId="1f420c7fa1399da0" providerId="LiveId" clId="{7E499275-EFE5-4DA8-B323-FF886F994EA3}" dt="2026-09-07T09:07:01.193" v="51" actId="1076"/>
          <ac:picMkLst>
            <pc:docMk/>
            <pc:sldMk cId="3753387913" sldId="293"/>
            <ac:picMk id="5" creationId="{FD544C1D-EF18-1776-E7AB-AC1796B285A9}"/>
          </ac:picMkLst>
        </pc:picChg>
        <pc:picChg chg="del mod">
          <ac:chgData name="Prasanna Kumar H" userId="1f420c7fa1399da0" providerId="LiveId" clId="{7E499275-EFE5-4DA8-B323-FF886F994EA3}" dt="2026-09-07T09:05:49.037" v="44" actId="478"/>
          <ac:picMkLst>
            <pc:docMk/>
            <pc:sldMk cId="3753387913" sldId="293"/>
            <ac:picMk id="7" creationId="{352EEE32-20E1-21C6-7011-2EF863A1A874}"/>
          </ac:picMkLst>
        </pc:picChg>
      </pc:sldChg>
      <pc:sldChg chg="addSp delSp modSp mod">
        <pc:chgData name="Prasanna Kumar H" userId="1f420c7fa1399da0" providerId="LiveId" clId="{7E499275-EFE5-4DA8-B323-FF886F994EA3}" dt="2026-09-07T09:04:12.973" v="27" actId="14100"/>
        <pc:sldMkLst>
          <pc:docMk/>
          <pc:sldMk cId="2997144140" sldId="294"/>
        </pc:sldMkLst>
        <pc:picChg chg="add mod modCrop">
          <ac:chgData name="Prasanna Kumar H" userId="1f420c7fa1399da0" providerId="LiveId" clId="{7E499275-EFE5-4DA8-B323-FF886F994EA3}" dt="2026-09-07T09:03:46.699" v="22" actId="14100"/>
          <ac:picMkLst>
            <pc:docMk/>
            <pc:sldMk cId="2997144140" sldId="294"/>
            <ac:picMk id="3" creationId="{13AF93FE-1538-28FA-21CD-D8B48587994A}"/>
          </ac:picMkLst>
        </pc:picChg>
        <pc:picChg chg="del mod">
          <ac:chgData name="Prasanna Kumar H" userId="1f420c7fa1399da0" providerId="LiveId" clId="{7E499275-EFE5-4DA8-B323-FF886F994EA3}" dt="2026-09-07T09:03:17.126" v="19" actId="478"/>
          <ac:picMkLst>
            <pc:docMk/>
            <pc:sldMk cId="2997144140" sldId="294"/>
            <ac:picMk id="4" creationId="{05C9C6F0-29F9-5E67-288D-AC423F1E2D82}"/>
          </ac:picMkLst>
        </pc:picChg>
        <pc:picChg chg="del">
          <ac:chgData name="Prasanna Kumar H" userId="1f420c7fa1399da0" providerId="LiveId" clId="{7E499275-EFE5-4DA8-B323-FF886F994EA3}" dt="2026-09-07T09:02:55.628" v="15" actId="478"/>
          <ac:picMkLst>
            <pc:docMk/>
            <pc:sldMk cId="2997144140" sldId="294"/>
            <ac:picMk id="5" creationId="{8AC8D7A1-469B-0074-C01E-971DE7BD8BA3}"/>
          </ac:picMkLst>
        </pc:picChg>
        <pc:picChg chg="add mod">
          <ac:chgData name="Prasanna Kumar H" userId="1f420c7fa1399da0" providerId="LiveId" clId="{7E499275-EFE5-4DA8-B323-FF886F994EA3}" dt="2026-09-07T09:04:12.973" v="27" actId="14100"/>
          <ac:picMkLst>
            <pc:docMk/>
            <pc:sldMk cId="2997144140" sldId="294"/>
            <ac:picMk id="7" creationId="{B411388D-A839-B1B2-B328-E48CB1775079}"/>
          </ac:picMkLst>
        </pc:picChg>
      </pc:sldChg>
      <pc:sldChg chg="modSp mod">
        <pc:chgData name="Prasanna Kumar H" userId="1f420c7fa1399da0" providerId="LiveId" clId="{7E499275-EFE5-4DA8-B323-FF886F994EA3}" dt="2026-09-07T09:04:26.311" v="28" actId="1076"/>
        <pc:sldMkLst>
          <pc:docMk/>
          <pc:sldMk cId="3916788613" sldId="296"/>
        </pc:sldMkLst>
        <pc:picChg chg="mod">
          <ac:chgData name="Prasanna Kumar H" userId="1f420c7fa1399da0" providerId="LiveId" clId="{7E499275-EFE5-4DA8-B323-FF886F994EA3}" dt="2026-09-07T09:04:26.311" v="28" actId="1076"/>
          <ac:picMkLst>
            <pc:docMk/>
            <pc:sldMk cId="3916788613" sldId="296"/>
            <ac:picMk id="5" creationId="{89F2C563-3DF1-A8FE-833B-95944467D9E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pii/S0191261519300840?utm_source=chatgpt.com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www.sciencedirect.com/science/article/pii/S2352146518305179?utm_source=chatgpt.com" TargetMode="External"/><Relationship Id="rId12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pii/S0968090X17301237?utm_source=chatgpt.com" TargetMode="External"/><Relationship Id="rId11" Type="http://schemas.openxmlformats.org/officeDocument/2006/relationships/hyperlink" Target="https://rdso.indianrailways.gov.in/railwayboard/uploads/directorate/stat_econ/2025/IR%20Year%20Book%202023-24-English.pdf?utm_source=chatgpt.com" TargetMode="External"/><Relationship Id="rId5" Type="http://schemas.openxmlformats.org/officeDocument/2006/relationships/hyperlink" Target="https://www.indianrail.gov.in/?utm_source=chatgpt.com" TargetMode="External"/><Relationship Id="rId10" Type="http://schemas.openxmlformats.org/officeDocument/2006/relationships/hyperlink" Target="https://doi.org/10.1016/j.trc.2021.103108?utm_source=chatgpt.com" TargetMode="External"/><Relationship Id="rId4" Type="http://schemas.openxmlformats.org/officeDocument/2006/relationships/hyperlink" Target="https://www.data.gov.in/catalog/indian-railways-train-time-table?utm_source=chatgpt.com" TargetMode="External"/><Relationship Id="rId9" Type="http://schemas.openxmlformats.org/officeDocument/2006/relationships/hyperlink" Target="https://doi.org/10.1016%2Fj.trb.2022.02.002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8AE3E-F4AE-CD82-436F-F2FF0BCFF5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302FD-71A6-51D0-6848-7858453BFB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DDE2B7-04F1-AC4B-A865-075714143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7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532668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5042" y="1408968"/>
            <a:ext cx="5924550" cy="528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SIH-26027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300" dirty="0">
                <a:latin typeface="Arial" panose="020B0604020202020204" pitchFamily="34" charset="0"/>
                <a:cs typeface="Arial" panose="020B0604020202020204" pitchFamily="34" charset="0"/>
              </a:rPr>
              <a:t>Al-Powered Automatic Block Planning to Maximize Asset Availability for Train Operations on Indian Railways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300" dirty="0">
                <a:latin typeface="Arial" panose="020B0604020202020204" pitchFamily="34" charset="0"/>
                <a:cs typeface="Arial" panose="020B0604020202020204" pitchFamily="34" charset="0"/>
              </a:rPr>
              <a:t>Transportation &amp; Logistics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IN" sz="2300" dirty="0" err="1">
                <a:latin typeface="Arial" panose="020B0604020202020204" pitchFamily="34" charset="0"/>
                <a:cs typeface="Arial" panose="020B0604020202020204" pitchFamily="34" charset="0"/>
              </a:rPr>
              <a:t>Hungrynerds</a:t>
            </a:r>
            <a:endParaRPr lang="en-IN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96F36D-1AE6-0C08-763D-A5D7CBC86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285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E88D7A-E4A8-4E96-5F7D-B2E59BE86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093304" cy="8410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210FD3-C130-3240-2963-234A00F6C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8579"/>
            <a:ext cx="12191999" cy="69265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772F8D-C0EF-7347-F8E8-2203E1420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8579"/>
            <a:ext cx="1232452" cy="7095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D4C095-48CC-DB47-FDBA-0772152D9B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93"/>
          <a:stretch>
            <a:fillRect/>
          </a:stretch>
        </p:blipFill>
        <p:spPr>
          <a:xfrm>
            <a:off x="0" y="-26669"/>
            <a:ext cx="12144952" cy="64376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544C1D-EF18-1776-E7AB-AC1796B28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39" y="13204"/>
            <a:ext cx="1093304" cy="86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AF93FE-1538-28FA-21CD-D8B4858799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87" b="5053"/>
          <a:stretch>
            <a:fillRect/>
          </a:stretch>
        </p:blipFill>
        <p:spPr>
          <a:xfrm>
            <a:off x="0" y="-26669"/>
            <a:ext cx="12192000" cy="68846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11388D-A839-B1B2-B328-E48CB1775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40" y="62446"/>
            <a:ext cx="1259840" cy="87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EE937D-1BC9-8311-2EAD-157A65DB3393}"/>
              </a:ext>
            </a:extLst>
          </p:cNvPr>
          <p:cNvSpPr txBox="1"/>
          <p:nvPr/>
        </p:nvSpPr>
        <p:spPr>
          <a:xfrm>
            <a:off x="1509644" y="1183603"/>
            <a:ext cx="809155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Indian Railways Train Time Table – Data.gov.in</a:t>
            </a:r>
            <a:br>
              <a:rPr lang="en-IN" dirty="0"/>
            </a:br>
            <a:r>
              <a:rPr lang="en-IN" dirty="0">
                <a:hlinkClick r:id="rId4"/>
              </a:rPr>
              <a:t>Data.gov.in – Indian Railways Train Time Table</a:t>
            </a:r>
            <a:r>
              <a:rPr lang="en-IN" dirty="0"/>
              <a:t> </a:t>
            </a:r>
            <a:endParaRPr lang="en-IN" b="1" dirty="0"/>
          </a:p>
          <a:p>
            <a:pPr lvl="0"/>
            <a:r>
              <a:rPr lang="en-IN" b="1" dirty="0"/>
              <a:t>Indian Railways – Official Website</a:t>
            </a:r>
            <a:br>
              <a:rPr lang="en-IN" dirty="0"/>
            </a:br>
            <a:r>
              <a:rPr lang="en-IN" dirty="0">
                <a:hlinkClick r:id="rId5"/>
              </a:rPr>
              <a:t>Indian Railways Official Website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Integrated Train Scheduling &amp; Preventive Maintenance</a:t>
            </a:r>
            <a:br>
              <a:rPr lang="en-IN" dirty="0"/>
            </a:br>
            <a:r>
              <a:rPr lang="en-IN" dirty="0">
                <a:hlinkClick r:id="rId6"/>
              </a:rPr>
              <a:t>ScienceDirect – Integrated Optimization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Train Timetable &amp; Track Maintenance Scheduling</a:t>
            </a:r>
            <a:br>
              <a:rPr lang="en-IN" dirty="0"/>
            </a:br>
            <a:r>
              <a:rPr lang="en-IN" dirty="0">
                <a:hlinkClick r:id="rId7"/>
              </a:rPr>
              <a:t>ScienceDirect – Train Timetable According to Maintenance Plans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Joint Train Scheduling and Maintenance Planning</a:t>
            </a:r>
            <a:br>
              <a:rPr lang="en-IN" dirty="0"/>
            </a:br>
            <a:r>
              <a:rPr lang="en-IN" dirty="0">
                <a:hlinkClick r:id="rId8"/>
              </a:rPr>
              <a:t>ScienceDirect – Joint Optimization of Train Scheduling and Maintenance Planning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Train Timetabling &amp; Railway Maintenance Scheduling</a:t>
            </a:r>
            <a:br>
              <a:rPr lang="en-IN" dirty="0"/>
            </a:br>
            <a:r>
              <a:rPr lang="en-IN" dirty="0">
                <a:hlinkClick r:id="rId9"/>
              </a:rPr>
              <a:t>ScienceDirect – Integrated Train Timetabling and Maintenance Scheduling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Railway Maintenance Scheduling with Hindrance &amp; Capacity Constraints</a:t>
            </a:r>
            <a:br>
              <a:rPr lang="en-IN" dirty="0"/>
            </a:br>
            <a:r>
              <a:rPr lang="en-IN" dirty="0">
                <a:hlinkClick r:id="rId10"/>
              </a:rPr>
              <a:t>ScienceDirect – Railway Maintenance Schedules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Indian Railways Year Book 2023–24</a:t>
            </a:r>
            <a:br>
              <a:rPr lang="en-IN" dirty="0"/>
            </a:br>
            <a:r>
              <a:rPr lang="en-IN" dirty="0">
                <a:hlinkClick r:id="rId11"/>
              </a:rPr>
              <a:t>Indian Railways Year Book 2023–24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F2C563-3DF1-A8FE-833B-95944467D9E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1662" y="234348"/>
            <a:ext cx="1329968" cy="84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7740</TotalTime>
  <Words>173</Words>
  <Application>Microsoft Office PowerPoint</Application>
  <PresentationFormat>Widescreen</PresentationFormat>
  <Paragraphs>27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PowerPoint Presentation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M.MOHAMMED SUHAIL</cp:lastModifiedBy>
  <cp:revision>151</cp:revision>
  <dcterms:created xsi:type="dcterms:W3CDTF">2013-12-12T18:46:50Z</dcterms:created>
  <dcterms:modified xsi:type="dcterms:W3CDTF">2026-09-11T04:24:02Z</dcterms:modified>
  <cp:category/>
</cp:coreProperties>
</file>